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38" r:id="rId1"/>
  </p:sldMasterIdLst>
  <p:sldIdLst>
    <p:sldId id="257" r:id="rId2"/>
    <p:sldId id="258" r:id="rId3"/>
    <p:sldId id="259" r:id="rId4"/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04"/>
    <p:restoredTop sz="94664"/>
  </p:normalViewPr>
  <p:slideViewPr>
    <p:cSldViewPr snapToGrid="0">
      <p:cViewPr varScale="1">
        <p:scale>
          <a:sx n="112" d="100"/>
          <a:sy n="112" d="100"/>
        </p:scale>
        <p:origin x="6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B0DF1-47C9-0D43-86DD-C50C2049EA7D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37C27-CFF4-3E49-B536-B103AEEA13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4042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B0DF1-47C9-0D43-86DD-C50C2049EA7D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37C27-CFF4-3E49-B536-B103AEEA13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5609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B0DF1-47C9-0D43-86DD-C50C2049EA7D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37C27-CFF4-3E49-B536-B103AEEA13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1244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B0DF1-47C9-0D43-86DD-C50C2049EA7D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37C27-CFF4-3E49-B536-B103AEEA13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0856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B0DF1-47C9-0D43-86DD-C50C2049EA7D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37C27-CFF4-3E49-B536-B103AEEA13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1509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B0DF1-47C9-0D43-86DD-C50C2049EA7D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37C27-CFF4-3E49-B536-B103AEEA13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0092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B0DF1-47C9-0D43-86DD-C50C2049EA7D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37C27-CFF4-3E49-B536-B103AEEA13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7882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B0DF1-47C9-0D43-86DD-C50C2049EA7D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37C27-CFF4-3E49-B536-B103AEEA13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0258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37C27-CFF4-3E49-B536-B103AEEA1318}" type="slidenum">
              <a:rPr lang="ru-RU" smtClean="0"/>
              <a:t>‹#›</a:t>
            </a:fld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B0DF1-47C9-0D43-86DD-C50C2049EA7D}" type="datetimeFigureOut">
              <a:rPr lang="ru-RU" smtClean="0"/>
              <a:t>16.05.2026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1036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B0DF1-47C9-0D43-86DD-C50C2049EA7D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37C27-CFF4-3E49-B536-B103AEEA13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7948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B0DF1-47C9-0D43-86DD-C50C2049EA7D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37C27-CFF4-3E49-B536-B103AEEA1318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1735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B0DF1-47C9-0D43-86DD-C50C2049EA7D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37C27-CFF4-3E49-B536-B103AEEA13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72848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B0DF1-47C9-0D43-86DD-C50C2049EA7D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37C27-CFF4-3E49-B536-B103AEEA1318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081002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B0DF1-47C9-0D43-86DD-C50C2049EA7D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37C27-CFF4-3E49-B536-B103AEEA13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49567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B0DF1-47C9-0D43-86DD-C50C2049EA7D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37C27-CFF4-3E49-B536-B103AEEA13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78946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B0DF1-47C9-0D43-86DD-C50C2049EA7D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37C27-CFF4-3E49-B536-B103AEEA13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2723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u-RU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EB0DF1-47C9-0D43-86DD-C50C2049EA7D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2237C27-CFF4-3E49-B536-B103AEEA13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1535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40" r:id="rId2"/>
    <p:sldLayoutId id="2147483941" r:id="rId3"/>
    <p:sldLayoutId id="2147483942" r:id="rId4"/>
    <p:sldLayoutId id="2147483943" r:id="rId5"/>
    <p:sldLayoutId id="2147483944" r:id="rId6"/>
    <p:sldLayoutId id="2147483945" r:id="rId7"/>
    <p:sldLayoutId id="2147483946" r:id="rId8"/>
    <p:sldLayoutId id="2147483947" r:id="rId9"/>
    <p:sldLayoutId id="2147483948" r:id="rId10"/>
    <p:sldLayoutId id="2147483949" r:id="rId11"/>
    <p:sldLayoutId id="2147483950" r:id="rId12"/>
    <p:sldLayoutId id="2147483951" r:id="rId13"/>
    <p:sldLayoutId id="2147483952" r:id="rId14"/>
    <p:sldLayoutId id="2147483953" r:id="rId15"/>
    <p:sldLayoutId id="214748395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9EDC75-103F-933D-2061-6D199FB8B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Проект Яндекс Лицея</a:t>
            </a:r>
            <a:br>
              <a:rPr lang="ru-RU" dirty="0"/>
            </a:br>
            <a:r>
              <a:rPr lang="en-US" dirty="0"/>
              <a:t>Web</a:t>
            </a:r>
            <a:r>
              <a:rPr lang="ru-RU" dirty="0"/>
              <a:t>Сайт </a:t>
            </a:r>
            <a:r>
              <a:rPr lang="en-US" dirty="0"/>
              <a:t>”</a:t>
            </a:r>
            <a:r>
              <a:rPr lang="ru-RU" dirty="0"/>
              <a:t>Волонтёрское бюро</a:t>
            </a:r>
            <a:r>
              <a:rPr lang="en-US" dirty="0"/>
              <a:t>“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8E6924-6131-13E4-6739-E76E58772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pPr marL="0" indent="0">
              <a:buNone/>
            </a:pPr>
            <a:r>
              <a:rPr lang="ru-RU" sz="1400" dirty="0"/>
              <a:t>Авторы</a:t>
            </a:r>
            <a:r>
              <a:rPr lang="en-US" sz="1400" dirty="0"/>
              <a:t>: </a:t>
            </a:r>
            <a:r>
              <a:rPr lang="ru-RU" sz="1400" dirty="0"/>
              <a:t>Ермиличева Алёна</a:t>
            </a:r>
            <a:r>
              <a:rPr lang="en-US" sz="1400" dirty="0"/>
              <a:t>, </a:t>
            </a:r>
            <a:r>
              <a:rPr lang="ru-RU" sz="1400" dirty="0"/>
              <a:t>Кошелева Анна</a:t>
            </a:r>
            <a:r>
              <a:rPr lang="en-US" sz="1400" dirty="0"/>
              <a:t>, </a:t>
            </a:r>
            <a:r>
              <a:rPr lang="ru-RU" sz="1400" dirty="0"/>
              <a:t>Гаврилов Александр</a:t>
            </a:r>
          </a:p>
        </p:txBody>
      </p:sp>
    </p:spTree>
    <p:extLst>
      <p:ext uri="{BB962C8B-B14F-4D97-AF65-F5344CB8AC3E}">
        <p14:creationId xmlns:p14="http://schemas.microsoft.com/office/powerpoint/2010/main" val="2195492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A883FE-B4EA-16F1-FF26-458EC1B67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Суть и польза нашего проекта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2B720F-37F9-857A-65AC-6AE8180FE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«Волонтёрское бюро» - это веб-сайт с лентой афиш добрых дел, где пользователи могут находить волонтёрские мероприятия (уборка территорий, помощь животным, высадка леса и др.) и записываться на участие.</a:t>
            </a:r>
            <a:br>
              <a:rPr lang="ru-RU" dirty="0"/>
            </a:br>
            <a:r>
              <a:rPr lang="ru-RU" dirty="0"/>
              <a:t>Платформа доступна для просмотра всем, а после авторизации пользователи могут откликаться на мероприятия и публиковать собственные объявления.</a:t>
            </a:r>
            <a:br>
              <a:rPr lang="ru-RU" dirty="0"/>
            </a:br>
            <a:r>
              <a:rPr lang="ru-RU" dirty="0"/>
              <a:t>Афиши фильтруются по местоположению, что позволяет находить актуальные события в своём городе.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7252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89CC5E-4419-8BE5-0D93-93CF267F1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33F405-83AF-B155-5CA9-567AD1574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класс пользователя(взаимодействие пользователя с сайтом)</a:t>
            </a:r>
          </a:p>
          <a:p>
            <a:r>
              <a:rPr lang="ru-RU" dirty="0"/>
              <a:t>класс авторизации/регистрации(форма регистрации</a:t>
            </a:r>
            <a:r>
              <a:rPr lang="en-US" dirty="0"/>
              <a:t>,</a:t>
            </a:r>
            <a:r>
              <a:rPr lang="ru-RU" dirty="0"/>
              <a:t> создание и проверка в БД</a:t>
            </a:r>
            <a:r>
              <a:rPr lang="en-US" dirty="0"/>
              <a:t>,</a:t>
            </a:r>
            <a:r>
              <a:rPr lang="ru-RU" dirty="0"/>
              <a:t> хэширование пароля)</a:t>
            </a:r>
          </a:p>
          <a:p>
            <a:r>
              <a:rPr lang="ru-RU" dirty="0"/>
              <a:t>класс ленты объявлений(фильтрация</a:t>
            </a:r>
            <a:r>
              <a:rPr lang="en-US" dirty="0"/>
              <a:t>,</a:t>
            </a:r>
            <a:r>
              <a:rPr lang="ru-RU" dirty="0"/>
              <a:t> сортировка</a:t>
            </a:r>
            <a:r>
              <a:rPr lang="en-US" dirty="0"/>
              <a:t>,</a:t>
            </a:r>
            <a:r>
              <a:rPr lang="ru-RU" dirty="0"/>
              <a:t> кнопка </a:t>
            </a:r>
            <a:r>
              <a:rPr lang="en-US" dirty="0"/>
              <a:t>’</a:t>
            </a:r>
            <a:r>
              <a:rPr lang="ru-RU" dirty="0"/>
              <a:t>Записаться</a:t>
            </a:r>
            <a:r>
              <a:rPr lang="en-US" dirty="0"/>
              <a:t>’</a:t>
            </a:r>
            <a:r>
              <a:rPr lang="ru-RU" dirty="0"/>
              <a:t>)</a:t>
            </a:r>
          </a:p>
          <a:p>
            <a:r>
              <a:rPr lang="ru-RU" dirty="0"/>
              <a:t>класс профиля(отображение информации профиля)</a:t>
            </a:r>
          </a:p>
          <a:p>
            <a:r>
              <a:rPr lang="ru-RU" dirty="0"/>
              <a:t>класс создания объявления</a:t>
            </a:r>
          </a:p>
          <a:p>
            <a:r>
              <a:rPr lang="ru-RU" dirty="0"/>
              <a:t>класс базы данных(след</a:t>
            </a:r>
            <a:r>
              <a:rPr lang="en-US" dirty="0"/>
              <a:t>.</a:t>
            </a:r>
            <a:r>
              <a:rPr lang="ru-RU" dirty="0"/>
              <a:t> Слайд)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64005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4D3328-0AD8-6C06-E518-22B601F64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868680"/>
            <a:ext cx="2374476" cy="1061720"/>
          </a:xfrm>
        </p:spPr>
        <p:txBody>
          <a:bodyPr>
            <a:normAutofit fontScale="90000"/>
          </a:bodyPr>
          <a:lstStyle/>
          <a:p>
            <a:r>
              <a:rPr lang="ru-RU" dirty="0"/>
              <a:t>Лента волонтёрских дел</a:t>
            </a: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r>
              <a:rPr lang="ru-RU" dirty="0"/>
              <a:t>Профиль пользователя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BA0766BE-24E1-4E2E-6EB5-C2988D89A6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75383" y="188597"/>
            <a:ext cx="6916417" cy="385813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910F2FD-6A0C-0856-7BAA-3DF4BADEC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668" y="4509133"/>
            <a:ext cx="6270520" cy="216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769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4720B-E80E-41EC-7227-F6538BADF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Регистрации/Авторизация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8CC25DBD-C9B9-B031-3949-EA1572A188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930400"/>
            <a:ext cx="5643867" cy="39544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B4CA3AF-4011-7D4B-0BD9-BF9E8E4E9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8822" y="609600"/>
            <a:ext cx="4095844" cy="554304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22162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41F23A-C53F-8B2F-5888-D7B736902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9541086" cy="1619250"/>
          </a:xfrm>
        </p:spPr>
        <p:txBody>
          <a:bodyPr/>
          <a:lstStyle/>
          <a:p>
            <a:r>
              <a:rPr lang="ru-RU" dirty="0"/>
              <a:t>Запись/создание события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38826BED-4EFD-E17D-D371-9CB4EB2EE7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1925" y="1930400"/>
            <a:ext cx="7133650" cy="39446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1B93D35-101D-B158-C648-D773970A4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4164" y="1158464"/>
            <a:ext cx="3585911" cy="50899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76601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66A86E-2C64-A1E4-4BC2-852DAE9CF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Перспективы развития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5ABC02-1AEA-8937-701A-4D8A396D9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Создание мобильного приложения</a:t>
            </a:r>
          </a:p>
          <a:p>
            <a:r>
              <a:rPr lang="ru-RU" dirty="0"/>
              <a:t>Разработка встроенного чата между волонтёрами и организаторами</a:t>
            </a:r>
          </a:p>
          <a:p>
            <a:r>
              <a:rPr lang="ru-RU" dirty="0"/>
              <a:t>Введение системы рейтинга</a:t>
            </a:r>
            <a:r>
              <a:rPr lang="en-US" dirty="0"/>
              <a:t>,</a:t>
            </a:r>
            <a:r>
              <a:rPr lang="ru-RU" dirty="0"/>
              <a:t> баллов и наград</a:t>
            </a:r>
          </a:p>
          <a:p>
            <a:r>
              <a:rPr lang="en-US" dirty="0"/>
              <a:t>AI-</a:t>
            </a:r>
            <a:r>
              <a:rPr lang="ru-RU" dirty="0"/>
              <a:t>подбор мероприятий по интересам каждого пользователя</a:t>
            </a:r>
          </a:p>
          <a:p>
            <a:r>
              <a:rPr lang="ru-RU" dirty="0"/>
              <a:t>Интеграция с картами для построения маршрутов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8100443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{4D1FE743-DEEF-9646-BF7E-B36CDF1D18DE}tf10001060</Template>
  <TotalTime>228</TotalTime>
  <Words>204</Words>
  <Application>Microsoft Macintosh PowerPoint</Application>
  <PresentationFormat>Широкоэкранный</PresentationFormat>
  <Paragraphs>29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Аспект</vt:lpstr>
      <vt:lpstr>Проект Яндекс Лицея WebСайт ”Волонтёрское бюро“</vt:lpstr>
      <vt:lpstr>Суть и польза нашего проекта </vt:lpstr>
      <vt:lpstr>Структура</vt:lpstr>
      <vt:lpstr>Лента волонтёрских дел       Профиль пользователя</vt:lpstr>
      <vt:lpstr>Регистрации/Авторизация</vt:lpstr>
      <vt:lpstr>Запись/создание события</vt:lpstr>
      <vt:lpstr>Перспективы развития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Александр</dc:creator>
  <cp:lastModifiedBy>Александр</cp:lastModifiedBy>
  <cp:revision>3</cp:revision>
  <dcterms:created xsi:type="dcterms:W3CDTF">2026-05-05T11:00:29Z</dcterms:created>
  <dcterms:modified xsi:type="dcterms:W3CDTF">2026-05-16T13:22:28Z</dcterms:modified>
</cp:coreProperties>
</file>